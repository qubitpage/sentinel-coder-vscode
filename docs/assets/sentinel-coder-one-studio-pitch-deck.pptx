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bodyPr/>
          <a:lstStyle/>
          <a:p>
            <a:r>
              <a:t>Sentinel Coder One Studio Pitch Deck</a:t>
            </a:r>
          </a:p>
          <a:p>
            <a:r>
              <a:t>Slide 1: Sentinel Coder One Studio</a:t>
            </a:r>
          </a:p>
          <a:p>
            <a:r>
              <a:t>- Open-source VS Code AI coding, agentic orchestration, and media/document Studio</a:t>
            </a:r>
          </a:p>
          <a:p>
            <a:r>
              <a:t>- Single-model full capability mode plus opt-in Agentic Profiles</a:t>
            </a:r>
          </a:p>
          <a:p>
            <a:r>
              <a:t>Slide 2: Problem</a:t>
            </a:r>
          </a:p>
          <a:p>
            <a:r>
              <a:t>- AI developer tools are fragmented</a:t>
            </a:r>
          </a:p>
          <a:p>
            <a:r>
              <a:t>- Model lists and context windows change constantly</a:t>
            </a:r>
          </a:p>
          <a:p>
            <a:r>
              <a:t>- Provider tool support is inconsistent</a:t>
            </a:r>
          </a:p>
          <a:p>
            <a:r>
              <a:t>- Long-context usage can become expensive</a:t>
            </a:r>
          </a:p>
        </p:txBody>
      </p:sp>
    </p:spTree>
  </p:cSld>
</p:sld>
</file>