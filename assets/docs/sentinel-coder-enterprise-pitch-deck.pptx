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Sentinel Coder One Studio Enterprise Pitch Deck</a:t>
            </a:r>
          </a:p>
          <a:p>
            <a:r>
              <a:t>Slide 1: Sentinel Coder One Studio\nEnterprise AI coding, Agentic orchestration, and Media/Document Studio inside VS Code.\n\nSlide 2: The Problem\nStale model lists; unclear cost/context; provider tool failures; unsafe agent swarms; browser vs desktop limits; security and package hygiene risks.\n\nSlide 3: The Solution\nLive model discovery; direct single-model mode; opt-in Agentic Profiles; operation-aware routing; dynamic context budgets; VS Code Web path; release scans.\n\nSlide 4: Multi-Provider by Design\nAzure OpenAI, OpenAI-compatible APIs, OpenRouter, Groq, Anthropic-style providers, Mistral, DeepSeek, Together, HuggingFace/Featherless, Moonshot/Kimi, Ollama.\n\nSlide 5: Single-Model Full Capability\nNormal model selections run directly with detected context/output capability and no hidden sub-agent spend.\n\nSlide 6: Agentic Profiles\nExplicit orchestration with orchestrator, workers, reviewers, cost policy, parallelism, and profile instructions.\n\nSlide 7: Enterprise Stability\nCompile/tests/package evidence; web manifest checks; secret scans; webview hardening; package inspection; usage telemetry.\n\nSlide 8: Media &amp; Document Studio\nImages, video workflows, speech/audio, document generation, reports, whitepapers, pitch decks, release notes.\n\nSlide 9: VS Code Web Strategy\nBrowser-safe entry; honest capability guidance; Remote Tool Bridge for privileged operations.\n\nSlide 10: Open Source Community\nGitHub contributions for providers, profiles, docs, tests, web compatibility, security hardening, Studio workflows.\n\nSlide 11: Sustainability\nDonations support provider testing, Marketplace maintenance, security scans, docs, and ongoing open-source development.\n\nSlide 12: Roadmap\nCI gates; integration tests; provider capability matrix; hardened remote bridge; setup wizard; enterprise policy controls.</a:t>
            </a:r>
          </a:p>
        </p:txBody>
      </p:sp>
    </p:spTree>
  </p:cSld>
</p:sld>
</file>